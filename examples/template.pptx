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presentations/revealjs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Untitled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Patrick Callahan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2026-02-11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TODO</a:t>
            </a:r>
            <a:r>
              <a:rPr/>
              <a:t> Create an example file that demonstrates the formatting and features of your format.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can learn more about controlling the appearance of RevealJS output here: </a:t>
            </a:r>
            <a:r>
              <a:rPr>
                <a:hlinkClick r:id="rId2"/>
              </a:rPr>
              <a:t>https://quarto.org/docs/presentations/revealjs/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Patrick Callahan</dc:creator>
  <cp:keywords/>
  <dcterms:created xsi:type="dcterms:W3CDTF">2026-02-11T08:46:18Z</dcterms:created>
  <dcterms:modified xsi:type="dcterms:W3CDTF">2026-02-11T08:46:18Z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2026-02-11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vealjs-plugins">
    <vt:lpwstr/>
  </property>
  <property fmtid="{D5CDD505-2E9C-101B-9397-08002B2CF9AE}" pid="11" name="toc-title">
    <vt:lpwstr>Table of contents</vt:lpwstr>
  </property>
</Properties>
</file>